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258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AI Productivity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t>An AI-powered solution for everyday workplace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77639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Karabo  |  GitHub: karabo078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Why this project was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Modern workplaces involve many repetitive tasks such as writing emails, summarising meetings and organising work.</a:t>
            </a:r>
          </a:p>
          <a:p>
            <a:pPr>
              <a:spcAft>
                <a:spcPts val="1300"/>
              </a:spcAft>
              <a:defRPr sz="2000"/>
            </a:pPr>
            <a:r>
              <a:t>Generative AI can assist with these activities when users provide clear instructions and review the results.</a:t>
            </a:r>
          </a:p>
          <a:p>
            <a:pPr>
              <a:spcAft>
                <a:spcPts val="1300"/>
              </a:spcAft>
              <a:defRPr sz="2000"/>
            </a:pPr>
            <a:r>
              <a:t>This project demonstrates a practical AI productivity assistant through an interactive web portfolio.</a:t>
            </a:r>
          </a:p>
          <a:p>
            <a:pPr>
              <a:spcAft>
                <a:spcPts val="1300"/>
              </a:spcAft>
              <a:defRPr sz="2000"/>
            </a:pPr>
            <a:r>
              <a:t>The solution focuses on productivity while keeping responsible AI and human oversight at the centre.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The workplace productivity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3566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Repetitive work</a:t>
            </a:r>
          </a:p>
          <a:p>
            <a:pPr>
              <a:defRPr sz="1300"/>
            </a:pPr>
            <a:r>
              <a:t>Employees may spend significant time drafting routine communication, converting notes into summaries and organising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3566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Information overload</a:t>
            </a:r>
          </a:p>
          <a:p>
            <a:pPr>
              <a:defRPr sz="1300"/>
            </a:pPr>
            <a:r>
              <a:t>Important information can become difficult to organise when meetings, tasks and research happen at the same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3566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Need for structure</a:t>
            </a:r>
          </a:p>
          <a:p>
            <a:pPr>
              <a:defRPr sz="1300"/>
            </a:pPr>
            <a:r>
              <a:t>Users need simple workflows and well-designed prompts to turn AI into a useful workplace assistant.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What the assistant is designed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Automate or simplify common workplace productivity tasks.</a:t>
            </a:r>
          </a:p>
          <a:p>
            <a:pPr>
              <a:spcAft>
                <a:spcPts val="1300"/>
              </a:spcAft>
              <a:defRPr sz="2000"/>
            </a:pPr>
            <a:r>
              <a:t>Demonstrate effective prompt engineering techniques.</a:t>
            </a:r>
          </a:p>
          <a:p>
            <a:pPr>
              <a:spcAft>
                <a:spcPts val="1300"/>
              </a:spcAft>
              <a:defRPr sz="2000"/>
            </a:pPr>
            <a:r>
              <a:t>Provide a practical and easy-to-use browser interface.</a:t>
            </a:r>
          </a:p>
          <a:p>
            <a:pPr>
              <a:spcAft>
                <a:spcPts val="1300"/>
              </a:spcAft>
              <a:defRPr sz="2000"/>
            </a:pPr>
            <a:r>
              <a:t>Show how AI can support communication, planning and research.</a:t>
            </a:r>
          </a:p>
          <a:p>
            <a:pPr>
              <a:spcAft>
                <a:spcPts val="1300"/>
              </a:spcAft>
              <a:defRPr sz="2000"/>
            </a:pPr>
            <a:r>
              <a:t>Promote responsible AI use through privacy, accuracy, bias awareness and human oversight.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AI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The five core assistant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47472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✉ Email Generation</a:t>
            </a:r>
          </a:p>
          <a:p>
            <a:pPr>
              <a:defRPr sz="1300"/>
            </a:pPr>
            <a:r>
              <a:t>Create professional workplace emails from simple instructions.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00200"/>
            <a:ext cx="347472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📝 Meeting Summary</a:t>
            </a:r>
          </a:p>
          <a:p>
            <a:pPr>
              <a:defRPr sz="1300"/>
            </a:pPr>
            <a:r>
              <a:t>Turn notes into summaries, decisions and action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00200"/>
            <a:ext cx="347472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✅ Task Planning</a:t>
            </a:r>
          </a:p>
          <a:p>
            <a:pPr>
              <a:defRPr sz="1300"/>
            </a:pPr>
            <a:r>
              <a:t>Break larger goals into smaller, prioritised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657600"/>
            <a:ext cx="347472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🔎 Research Assistance</a:t>
            </a:r>
          </a:p>
          <a:p>
            <a:pPr>
              <a:defRPr sz="1300"/>
            </a:pPr>
            <a:r>
              <a:t>Structure research questions and identify useful source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657600"/>
            <a:ext cx="347472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💬 Chatbot</a:t>
            </a:r>
          </a:p>
          <a:p>
            <a:pPr>
              <a:defRPr sz="1300"/>
            </a:pPr>
            <a:r>
              <a:t>Provide basic workplace productivity guidance through conversation.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How the Assistant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 simple user-to-result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246888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1. User input</a:t>
            </a:r>
          </a:p>
          <a:p>
            <a:pPr>
              <a:defRPr sz="1300"/>
            </a:pPr>
            <a:r>
              <a:t>The user describes a workplace need or provides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965960"/>
            <a:ext cx="246888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2. Prompt</a:t>
            </a:r>
          </a:p>
          <a:p>
            <a:pPr>
              <a:defRPr sz="1300"/>
            </a:pPr>
            <a:r>
              <a:t>The task is structured into a clear instruction.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965960"/>
            <a:ext cx="246888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3. AI assistance</a:t>
            </a:r>
          </a:p>
          <a:p>
            <a:pPr>
              <a:defRPr sz="1300"/>
            </a:pPr>
            <a:r>
              <a:t>AI processes the instruction and generates a useful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965960"/>
            <a:ext cx="246888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4. Human review</a:t>
            </a:r>
          </a:p>
          <a:p>
            <a:pPr>
              <a:defRPr sz="1300"/>
            </a:pPr>
            <a:r>
              <a:t>The user checks accuracy, tone and suitability before using the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How better instructions improve AI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Role — define what the AI should act as.</a:t>
            </a:r>
          </a:p>
          <a:p>
            <a:pPr>
              <a:spcAft>
                <a:spcPts val="1300"/>
              </a:spcAft>
              <a:defRPr sz="2100"/>
            </a:pPr>
            <a:r>
              <a:t>Context — provide relevant background information.</a:t>
            </a:r>
          </a:p>
          <a:p>
            <a:pPr>
              <a:spcAft>
                <a:spcPts val="1300"/>
              </a:spcAft>
              <a:defRPr sz="2100"/>
            </a:pPr>
            <a:r>
              <a:t>Task — clearly state what needs to be done.</a:t>
            </a:r>
          </a:p>
          <a:p>
            <a:pPr>
              <a:spcAft>
                <a:spcPts val="1300"/>
              </a:spcAft>
              <a:defRPr sz="2100"/>
            </a:pPr>
            <a:r>
              <a:t>Constraints — specify tone, length, audience or format.</a:t>
            </a:r>
          </a:p>
          <a:p>
            <a:pPr>
              <a:spcAft>
                <a:spcPts val="1300"/>
              </a:spcAft>
              <a:defRPr sz="2100"/>
            </a:pPr>
            <a:r>
              <a:t>Output — describe the structure and result you want.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Responsible &amp; Ethical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Using AI safely and thoughtfully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3383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🔐 Privacy</a:t>
            </a:r>
          </a:p>
          <a:p>
            <a:pPr>
              <a:defRPr sz="1300"/>
            </a:pPr>
            <a:r>
              <a:t>Avoid entering confidential or sensitive workplace information into public AI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3383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✓ Accuracy</a:t>
            </a:r>
          </a:p>
          <a:p>
            <a:pPr>
              <a:defRPr sz="1300"/>
            </a:pPr>
            <a:r>
              <a:t>Verify important AI-generated information before relying on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3383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⚖ Bias</a:t>
            </a:r>
          </a:p>
          <a:p>
            <a:pPr>
              <a:defRPr sz="1300"/>
            </a:pPr>
            <a:r>
              <a:t>Review outputs for unfair assumptions, missing perspectives or misleading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3383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/>
            </a:pPr>
            <a:r>
              <a:t>👤 Oversight</a:t>
            </a:r>
          </a:p>
          <a:p>
            <a:pPr>
              <a:defRPr sz="1300"/>
            </a:pPr>
            <a:r>
              <a:t>Keep a human responsible for important decisions and final published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Technology &amp; Project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Tools used to build and present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HTML5 — structure and content of the portfolio website.</a:t>
            </a:r>
          </a:p>
          <a:p>
            <a:pPr>
              <a:spcAft>
                <a:spcPts val="1300"/>
              </a:spcAft>
              <a:defRPr sz="2000"/>
            </a:pPr>
            <a:r>
              <a:t>CSS3 — responsive layout, cards, navigation and visual presentation.</a:t>
            </a:r>
          </a:p>
          <a:p>
            <a:pPr>
              <a:spcAft>
                <a:spcPts val="1300"/>
              </a:spcAft>
              <a:defRPr sz="2000"/>
            </a:pPr>
            <a:r>
              <a:t>JavaScript — interactive productivity tool demonstrations.</a:t>
            </a:r>
          </a:p>
          <a:p>
            <a:pPr>
              <a:spcAft>
                <a:spcPts val="1300"/>
              </a:spcAft>
              <a:defRPr sz="2000"/>
            </a:pPr>
            <a:r>
              <a:t>GitHub — source-code repository and project version management.</a:t>
            </a:r>
          </a:p>
          <a:p>
            <a:pPr>
              <a:spcAft>
                <a:spcPts val="1300"/>
              </a:spcAft>
              <a:defRPr sz="2000"/>
            </a:pPr>
            <a:r>
              <a:t>GitHub Pages — live deployment of the portfolio website.</a:t>
            </a:r>
          </a:p>
          <a:p>
            <a:pPr>
              <a:spcAft>
                <a:spcPts val="1300"/>
              </a:spcAft>
              <a:defRPr sz="2000"/>
            </a:pPr>
            <a:r>
              <a:t>The current public demo does not expose an external AI API key; a secure backend would be used for a future live AI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Conclusion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The AI Productivity Assistant demonstrates practical workplace uses for generative AI.</a:t>
            </a:r>
          </a:p>
          <a:p>
            <a:pPr>
              <a:spcAft>
                <a:spcPts val="1300"/>
              </a:spcAft>
              <a:defRPr sz="2000"/>
            </a:pPr>
            <a:r>
              <a:t>Effective prompt engineering helps turn general AI capabilities into structured workflows.</a:t>
            </a:r>
          </a:p>
          <a:p>
            <a:pPr>
              <a:spcAft>
                <a:spcPts val="1300"/>
              </a:spcAft>
              <a:defRPr sz="2000"/>
            </a:pPr>
            <a:r>
              <a:t>Responsible AI principles are necessary when using AI for real workplace tasks.</a:t>
            </a:r>
          </a:p>
          <a:p>
            <a:pPr>
              <a:spcAft>
                <a:spcPts val="1300"/>
              </a:spcAft>
              <a:defRPr sz="2000"/>
            </a:pPr>
            <a:r>
              <a:t>Future versions could add a secure AI backend, authentication, task history, multilingual support and voice interaction.</a:t>
            </a:r>
          </a:p>
          <a:p>
            <a:pPr>
              <a:spcAft>
                <a:spcPts val="1300"/>
              </a:spcAft>
              <a:defRPr sz="2000"/>
            </a:pPr>
            <a:r>
              <a:t>Project by Karabo — GitHub: github.com/karabo078/AI-Productivity-Assistant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Karabo | AI Productivity Assistant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